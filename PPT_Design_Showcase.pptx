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设计风格全览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套主题 × 3 大风格体系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743200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ppt-generator  ·  归藏风格灵感  ·  Swiss Design  ·  Dark Tech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 ·  Vibe Coding Academy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套主题一览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18288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103120" cy="2194560"/>
          </a:xfrm>
          <a:prstGeom prst="rect">
            <a:avLst>
              <a:gd name="adj" fmla="val 2609"/>
            </a:avLst>
          </a:prstGeom>
          <a:solidFill>
            <a:srgbClr val="F1EFE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墨水经典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杂志风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#F1EFEA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1371600"/>
            <a:ext cx="2103120" cy="2194560"/>
          </a:xfrm>
          <a:prstGeom prst="rect">
            <a:avLst>
              <a:gd name="adj" fmla="val 2609"/>
            </a:avLst>
          </a:prstGeom>
          <a:solidFill>
            <a:srgbClr val="F1F3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645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88036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靛蓝瓷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2651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杂志风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80360" y="2971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#F1F3F5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20640" y="1371600"/>
            <a:ext cx="2103120" cy="2194560"/>
          </a:xfrm>
          <a:prstGeom prst="rect">
            <a:avLst>
              <a:gd name="adj" fmla="val 2609"/>
            </a:avLst>
          </a:prstGeom>
          <a:solidFill>
            <a:srgbClr val="F5F1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645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🌿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21208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森林墨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651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杂志风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2971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#F5F1E8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52360" y="1371600"/>
            <a:ext cx="2103120" cy="2194560"/>
          </a:xfrm>
          <a:prstGeom prst="rect">
            <a:avLst>
              <a:gd name="adj" fmla="val 2609"/>
            </a:avLst>
          </a:prstGeom>
          <a:solidFill>
            <a:srgbClr val="EEDFC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1645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🍂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54380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牛皮纸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43800" y="2651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杂志风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43800" y="2971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#EEDFC7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784080" y="1371600"/>
            <a:ext cx="2103120" cy="2194560"/>
          </a:xfrm>
          <a:prstGeom prst="rect">
            <a:avLst>
              <a:gd name="adj" fmla="val 2609"/>
            </a:avLst>
          </a:prstGeom>
          <a:solidFill>
            <a:srgbClr val="F0E6D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0" y="1645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🌙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87552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0" y="2651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杂志风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875520" y="2971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#F0E6D2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2103120" cy="2194560"/>
          </a:xfrm>
          <a:prstGeom prst="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206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🔵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48640" y="4846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克莱因蓝 IKB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5212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瑞士风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532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88920" y="3931920"/>
            <a:ext cx="2103120" cy="2194560"/>
          </a:xfrm>
          <a:prstGeom prst="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3240" y="4206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🟡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2880360" y="4846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柠檬黄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880360" y="5212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瑞士风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880360" y="5532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120640" y="3931920"/>
            <a:ext cx="2103120" cy="2194560"/>
          </a:xfrm>
          <a:prstGeom prst="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0" y="4206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🟢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5212080" y="4846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柠檬绿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12080" y="5212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瑞士风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12080" y="5532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52360" y="3931920"/>
            <a:ext cx="2103120" cy="2194560"/>
          </a:xfrm>
          <a:prstGeom prst="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26680" y="4206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🟠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7543800" y="4846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安全橙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543800" y="5212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瑞士风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543800" y="5532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784080" y="3931920"/>
            <a:ext cx="2103120" cy="2194560"/>
          </a:xfrm>
          <a:prstGeom prst="rect">
            <a:avLst>
              <a:gd name="adj" fmla="val 2609"/>
            </a:avLst>
          </a:prstGeom>
          <a:solidFill>
            <a:srgbClr val="0A0E2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58400" y="4206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🌌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9875520" y="4846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深空科技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875520" y="5212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科技风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875520" y="5532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#0A0E27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0A0A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杂志风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🖋  墨水经典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Classic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029200" cy="5029200"/>
          </a:xfrm>
          <a:prstGeom prst="rect">
            <a:avLst>
              <a:gd name="adj" fmla="val 1091"/>
            </a:avLst>
          </a:prstGeom>
          <a:solidFill>
            <a:srgbClr val="E8E5DE"/>
          </a:solidFill>
          <a:ln w="6350">
            <a:solidFill>
              <a:srgbClr val="0A0A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色彩系统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4572000" cy="9144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F1EFE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#F1EFEA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E8E5DE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#E8E5DE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0A0A0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#0A0A0B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0A0A0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强调色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#0A0A0B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6B5B4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次强调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#6B5B4F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6B5B4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灰色文字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#6B5B4F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188720"/>
            <a:ext cx="5212080" cy="2286000"/>
          </a:xfrm>
          <a:prstGeom prst="rect">
            <a:avLst>
              <a:gd name="adj" fmla="val 2400"/>
            </a:avLst>
          </a:prstGeom>
          <a:solidFill>
            <a:srgbClr val="F1EFEA"/>
          </a:solidFill>
          <a:ln w="6350">
            <a:solidFill>
              <a:srgbClr val="0A0A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风格介绍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1691640"/>
            <a:ext cx="4846320" cy="9144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8288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暖米白纸底 × 纯墨黑文字，Monocle 杂志感。通用分享、商业发布最安全的选择。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3749040"/>
            <a:ext cx="5212080" cy="2468880"/>
          </a:xfrm>
          <a:prstGeom prst="rect">
            <a:avLst>
              <a:gd name="adj" fmla="val 2222"/>
            </a:avLst>
          </a:prstGeom>
          <a:solidFill>
            <a:srgbClr val="E8E5DE"/>
          </a:solidFill>
          <a:ln w="6350">
            <a:solidFill>
              <a:srgbClr val="6B5B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840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适合场景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2519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通用商业分享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发布会 / 路演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任何场景都安全的默认选择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821424"/>
            <a:ext cx="12188952" cy="18288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0A1F3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杂志风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🌊  靛蓝瓷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Indigo Porcelain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029200" cy="5029200"/>
          </a:xfrm>
          <a:prstGeom prst="rect">
            <a:avLst>
              <a:gd name="adj" fmla="val 1091"/>
            </a:avLst>
          </a:prstGeom>
          <a:solidFill>
            <a:srgbClr val="E4E8EC"/>
          </a:solidFill>
          <a:ln w="635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色彩系统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4572000" cy="9144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F1F3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#F1F3F5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E4E8E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#E4E8EC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0A1F3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#0A1F3D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0A1F3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强调色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#0A1F3D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2A4A7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次强调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#2A4A7F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4A6A8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灰色文字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#4A6A8A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188720"/>
            <a:ext cx="5212080" cy="2286000"/>
          </a:xfrm>
          <a:prstGeom prst="rect">
            <a:avLst>
              <a:gd name="adj" fmla="val 2400"/>
            </a:avLst>
          </a:prstGeom>
          <a:solidFill>
            <a:srgbClr val="F1F3F5"/>
          </a:solidFill>
          <a:ln w="6350">
            <a:solidFill>
              <a:srgbClr val="0A1F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风格介绍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1691640"/>
            <a:ext cx="4846320" cy="9144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8288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瓷白底色 × 深靛蓝文字，冷静理性。适合科技、研究、AI 产品发布会。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3749040"/>
            <a:ext cx="5212080" cy="2468880"/>
          </a:xfrm>
          <a:prstGeom prst="rect">
            <a:avLst>
              <a:gd name="adj" fmla="val 2222"/>
            </a:avLst>
          </a:prstGeom>
          <a:solidFill>
            <a:srgbClr val="E4E8EC"/>
          </a:solidFill>
          <a:ln w="6350">
            <a:solidFill>
              <a:srgbClr val="2A4A7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840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适合场景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2519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科技 / AI 产品发布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数据分享 / 研究汇报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工程师文化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821424"/>
            <a:ext cx="12188952" cy="18288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2E1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1A2E1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杂志风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 森林墨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 Ink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029200" cy="5029200"/>
          </a:xfrm>
          <a:prstGeom prst="rect">
            <a:avLst>
              <a:gd name="adj" fmla="val 1091"/>
            </a:avLst>
          </a:prstGeom>
          <a:solidFill>
            <a:srgbClr val="ECE7DA"/>
          </a:solidFill>
          <a:ln w="6350">
            <a:solidFill>
              <a:srgbClr val="1A2E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色彩系统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4572000" cy="9144"/>
          </a:xfrm>
          <a:prstGeom prst="rect">
            <a:avLst/>
          </a:prstGeom>
          <a:solidFill>
            <a:srgbClr val="1A2E1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F5F1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#F5F1E8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ECE7D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#ECE7DA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1A2E1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#1A2E1F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1A2E1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强调色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#1A2E1F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3A5E3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次强调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#3A5E3F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5A7E5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灰色文字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#5A7E5F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188720"/>
            <a:ext cx="5212080" cy="2286000"/>
          </a:xfrm>
          <a:prstGeom prst="rect">
            <a:avLst>
              <a:gd name="adj" fmla="val 2400"/>
            </a:avLst>
          </a:prstGeom>
          <a:solidFill>
            <a:srgbClr val="F5F1E8"/>
          </a:solidFill>
          <a:ln w="6350">
            <a:solidFill>
              <a:srgbClr val="1A2E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风格介绍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1691640"/>
            <a:ext cx="4846320" cy="9144"/>
          </a:xfrm>
          <a:prstGeom prst="rect">
            <a:avLst/>
          </a:prstGeom>
          <a:solidFill>
            <a:srgbClr val="1A2E1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8288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2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象牙底色 × 森林绿文字，沉稳有呼吸感。适合自然、可持续、文化类内容。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3749040"/>
            <a:ext cx="5212080" cy="2468880"/>
          </a:xfrm>
          <a:prstGeom prst="rect">
            <a:avLst>
              <a:gd name="adj" fmla="val 2222"/>
            </a:avLst>
          </a:prstGeom>
          <a:solidFill>
            <a:srgbClr val="ECE7DA"/>
          </a:solidFill>
          <a:ln w="6350">
            <a:solidFill>
              <a:srgbClr val="3A5E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840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适合场景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2519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自然 / 可持续主题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文化 / 非虚构内容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户外品牌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821424"/>
            <a:ext cx="12188952" cy="18288"/>
          </a:xfrm>
          <a:prstGeom prst="rect">
            <a:avLst/>
          </a:prstGeom>
          <a:solidFill>
            <a:srgbClr val="1A2E1F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DF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A1E1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2A1E1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D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杂志风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1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🍂  牛皮纸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Kraft Paper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029200" cy="5029200"/>
          </a:xfrm>
          <a:prstGeom prst="rect">
            <a:avLst>
              <a:gd name="adj" fmla="val 1091"/>
            </a:avLst>
          </a:prstGeom>
          <a:solidFill>
            <a:srgbClr val="E0D0B6"/>
          </a:solidFill>
          <a:ln w="6350">
            <a:solidFill>
              <a:srgbClr val="2A1E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色彩系统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4572000" cy="9144"/>
          </a:xfrm>
          <a:prstGeom prst="rect">
            <a:avLst/>
          </a:prstGeom>
          <a:solidFill>
            <a:srgbClr val="2A1E13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EEDFC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1E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#EEDFC7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E0D0B6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1E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#E0D0B6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2A1E1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#2A1E13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2A1E1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强调色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#2A1E13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5A4A3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次强调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#5A4A3A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7A6A5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灰色文字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#7A6A5A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188720"/>
            <a:ext cx="5212080" cy="2286000"/>
          </a:xfrm>
          <a:prstGeom prst="rect">
            <a:avLst>
              <a:gd name="adj" fmla="val 2400"/>
            </a:avLst>
          </a:prstGeom>
          <a:solidFill>
            <a:srgbClr val="EEDFC7"/>
          </a:solidFill>
          <a:ln w="6350">
            <a:solidFill>
              <a:srgbClr val="2A1E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风格介绍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1691640"/>
            <a:ext cx="4846320" cy="9144"/>
          </a:xfrm>
          <a:prstGeom prst="rect">
            <a:avLst/>
          </a:prstGeom>
          <a:solidFill>
            <a:srgbClr val="2A1E13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8288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1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暖米底 × 深棕文字，像牛皮信封般温暖。适合怀旧、人文、历史、文学分享。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3749040"/>
            <a:ext cx="5212080" cy="2468880"/>
          </a:xfrm>
          <a:prstGeom prst="rect">
            <a:avLst>
              <a:gd name="adj" fmla="val 2222"/>
            </a:avLst>
          </a:prstGeom>
          <a:solidFill>
            <a:srgbClr val="E0D0B6"/>
          </a:solidFill>
          <a:ln w="6350">
            <a:solidFill>
              <a:srgbClr val="5A4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840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适合场景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2519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A1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人文 / 历史 / 文学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A1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书评 / 生活方式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A1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独立杂志风格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821424"/>
            <a:ext cx="12188952" cy="18288"/>
          </a:xfrm>
          <a:prstGeom prst="rect">
            <a:avLst/>
          </a:prstGeom>
          <a:solidFill>
            <a:srgbClr val="2A1E13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F1A1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1F1A1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杂志风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 沙丘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029200" cy="5029200"/>
          </a:xfrm>
          <a:prstGeom prst="rect">
            <a:avLst>
              <a:gd name="adj" fmla="val 1091"/>
            </a:avLst>
          </a:prstGeom>
          <a:solidFill>
            <a:srgbClr val="E3D7BF"/>
          </a:solidFill>
          <a:ln w="6350">
            <a:solidFill>
              <a:srgbClr val="1F1A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色彩系统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4572000" cy="9144"/>
          </a:xfrm>
          <a:prstGeom prst="rect">
            <a:avLst/>
          </a:prstGeom>
          <a:solidFill>
            <a:srgbClr val="1F1A14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F0E6D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#F0E6D2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E3D7B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#E3D7BF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1F1A1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#1F1A14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1F1A1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强调色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#1F1A14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4A3A2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次强调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#4A3A2A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6A5A4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灰色文字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#6A5A4A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188720"/>
            <a:ext cx="5212080" cy="2286000"/>
          </a:xfrm>
          <a:prstGeom prst="rect">
            <a:avLst>
              <a:gd name="adj" fmla="val 2400"/>
            </a:avLst>
          </a:prstGeom>
          <a:solidFill>
            <a:srgbClr val="F0E6D2"/>
          </a:solidFill>
          <a:ln w="6350">
            <a:solidFill>
              <a:srgbClr val="1F1A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风格介绍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1691640"/>
            <a:ext cx="4846320" cy="9144"/>
          </a:xfrm>
          <a:prstGeom prst="rect">
            <a:avLst/>
          </a:prstGeom>
          <a:solidFill>
            <a:srgbClr val="1F1A14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8288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F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沙色底 × 炭灰文字，克制高级。适合艺术、设计、创意、时尚分享。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3749040"/>
            <a:ext cx="5212080" cy="2468880"/>
          </a:xfrm>
          <a:prstGeom prst="rect">
            <a:avLst>
              <a:gd name="adj" fmla="val 2222"/>
            </a:avLst>
          </a:prstGeom>
          <a:solidFill>
            <a:srgbClr val="E3D7BF"/>
          </a:solidFill>
          <a:ln w="6350">
            <a:solidFill>
              <a:srgbClr val="4A3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840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适合场景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2519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F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艺术 / 设计 / 时尚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F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私享会 / 画廊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F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审美优先的场合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821424"/>
            <a:ext cx="12188952" cy="18288"/>
          </a:xfrm>
          <a:prstGeom prst="rect">
            <a:avLst/>
          </a:prstGeom>
          <a:solidFill>
            <a:srgbClr val="1F1A14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002FA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瑞士风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克莱因蓝 IKB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IKB Blue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029200" cy="5029200"/>
          </a:xfrm>
          <a:prstGeom prst="rect">
            <a:avLst>
              <a:gd name="adj" fmla="val 1091"/>
            </a:avLst>
          </a:prstGeom>
          <a:solidFill>
            <a:srgbClr val="F5F5F5"/>
          </a:solidFill>
          <a:ln w="6350">
            <a:solidFill>
              <a:srgbClr val="002F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色彩系统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4572000" cy="9144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#F5F5F5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1A1A1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#1A1A1A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002FA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强调色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#002FA7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001A5E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次强调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#001A5E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666666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灰色文字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#666666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188720"/>
            <a:ext cx="5212080" cy="2286000"/>
          </a:xfrm>
          <a:prstGeom prst="rect">
            <a:avLst>
              <a:gd name="adj" fmla="val 2400"/>
            </a:avLst>
          </a:prstGeom>
          <a:solidFill>
            <a:srgbClr val="FFFFFF"/>
          </a:solidFill>
          <a:ln w="6350">
            <a:solidFill>
              <a:srgbClr val="002F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风格介绍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1691640"/>
            <a:ext cx="4846320" cy="9144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8288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纯白底 × 克莱因蓝锚点色。极致简洁，适合商业发布、AI 产品、方法论。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3749040"/>
            <a:ext cx="5212080" cy="2468880"/>
          </a:xfrm>
          <a:prstGeom prst="rect">
            <a:avLst>
              <a:gd name="adj" fmla="val 2222"/>
            </a:avLst>
          </a:prstGeom>
          <a:solidFill>
            <a:srgbClr val="F5F5F5"/>
          </a:solidFill>
          <a:ln w="6350">
            <a:solidFill>
              <a:srgbClr val="001A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840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适合场景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2519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商业发布 / AI 产品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方法论分享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通用瑞士风默认选择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821424"/>
            <a:ext cx="12188952" cy="18288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D50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FFD5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瑞士风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 柠檬黄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Lemon Yellow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029200" cy="5029200"/>
          </a:xfrm>
          <a:prstGeom prst="rect">
            <a:avLst>
              <a:gd name="adj" fmla="val 1091"/>
            </a:avLst>
          </a:prstGeom>
          <a:solidFill>
            <a:srgbClr val="F5F5F5"/>
          </a:solidFill>
          <a:ln w="6350">
            <a:solidFill>
              <a:srgbClr val="FFD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色彩系统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4572000" cy="9144"/>
          </a:xfrm>
          <a:prstGeom prst="rect">
            <a:avLst/>
          </a:prstGeom>
          <a:solidFill>
            <a:srgbClr val="FFD500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#F5F5F5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1A1A1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#1A1A1A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FFD50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强调色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#FFD500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CCAA0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次强调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#CCAA00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666666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灰色文字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#666666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188720"/>
            <a:ext cx="5212080" cy="2286000"/>
          </a:xfrm>
          <a:prstGeom prst="rect">
            <a:avLst>
              <a:gd name="adj" fmla="val 2400"/>
            </a:avLst>
          </a:prstGeom>
          <a:solidFill>
            <a:srgbClr val="FFFFFF"/>
          </a:solidFill>
          <a:ln w="6350">
            <a:solidFill>
              <a:srgbClr val="FFD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风格介绍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1691640"/>
            <a:ext cx="4846320" cy="9144"/>
          </a:xfrm>
          <a:prstGeom prst="rect">
            <a:avLst/>
          </a:prstGeom>
          <a:solidFill>
            <a:srgbClr val="FFD50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8288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纯白底 × 柠檬黄高亮。年轻活力，适合零售、消费品、Y2K 复古。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3749040"/>
            <a:ext cx="5212080" cy="2468880"/>
          </a:xfrm>
          <a:prstGeom prst="rect">
            <a:avLst>
              <a:gd name="adj" fmla="val 2222"/>
            </a:avLst>
          </a:prstGeom>
          <a:solidFill>
            <a:srgbClr val="F5F5F5"/>
          </a:solidFill>
          <a:ln w="6350">
            <a:solidFill>
              <a:srgbClr val="CCA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840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适合场景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2519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年轻品牌 / 潮流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零售 / 消费品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Y2K / 复古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821424"/>
            <a:ext cx="12188952" cy="18288"/>
          </a:xfrm>
          <a:prstGeom prst="rect">
            <a:avLst/>
          </a:prstGeom>
          <a:solidFill>
            <a:srgbClr val="FFD500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C5E80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C5E80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瑞士风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 柠檬绿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Lemon Green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029200" cy="5029200"/>
          </a:xfrm>
          <a:prstGeom prst="rect">
            <a:avLst>
              <a:gd name="adj" fmla="val 1091"/>
            </a:avLst>
          </a:prstGeom>
          <a:solidFill>
            <a:srgbClr val="F5F5F5"/>
          </a:solidFill>
          <a:ln w="6350">
            <a:solidFill>
              <a:srgbClr val="C5E8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色彩系统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4572000" cy="9144"/>
          </a:xfrm>
          <a:prstGeom prst="rect">
            <a:avLst/>
          </a:prstGeom>
          <a:solidFill>
            <a:srgbClr val="C5E803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#F5F5F5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1A1A1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#1A1A1A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C5E80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强调色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#C5E803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9EBA0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次强调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#9EBA00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666666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灰色文字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#666666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188720"/>
            <a:ext cx="5212080" cy="2286000"/>
          </a:xfrm>
          <a:prstGeom prst="rect">
            <a:avLst>
              <a:gd name="adj" fmla="val 2400"/>
            </a:avLst>
          </a:prstGeom>
          <a:solidFill>
            <a:srgbClr val="FFFFFF"/>
          </a:solidFill>
          <a:ln w="6350">
            <a:solidFill>
              <a:srgbClr val="C5E80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风格介绍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1691640"/>
            <a:ext cx="4846320" cy="9144"/>
          </a:xfrm>
          <a:prstGeom prst="rect">
            <a:avLst/>
          </a:prstGeom>
          <a:solidFill>
            <a:srgbClr val="C5E803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8288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纯白底 × 柠檬绿高亮。清新自然，适合生态、可持续、健康、Z 世代品牌。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3749040"/>
            <a:ext cx="5212080" cy="2468880"/>
          </a:xfrm>
          <a:prstGeom prst="rect">
            <a:avLst>
              <a:gd name="adj" fmla="val 2222"/>
            </a:avLst>
          </a:prstGeom>
          <a:solidFill>
            <a:srgbClr val="F5F5F5"/>
          </a:solidFill>
          <a:ln w="6350">
            <a:solidFill>
              <a:srgbClr val="9EB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840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适合场景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2519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生态 / 可持续 / 健康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 世代品牌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绿色科技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821424"/>
            <a:ext cx="12188952" cy="18288"/>
          </a:xfrm>
          <a:prstGeom prst="rect">
            <a:avLst/>
          </a:prstGeom>
          <a:solidFill>
            <a:srgbClr val="C5E803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瑞士风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 安全橙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Orange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029200" cy="5029200"/>
          </a:xfrm>
          <a:prstGeom prst="rect">
            <a:avLst>
              <a:gd name="adj" fmla="val 1091"/>
            </a:avLst>
          </a:prstGeom>
          <a:solidFill>
            <a:srgbClr val="F5F5F5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色彩系统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4572000" cy="91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#F5F5F5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1A1A1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#1A1A1A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FF6B3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强调色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#FF6B35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CC552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次强调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#CC552A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666666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灰色文字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#666666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188720"/>
            <a:ext cx="5212080" cy="2286000"/>
          </a:xfrm>
          <a:prstGeom prst="rect">
            <a:avLst>
              <a:gd name="adj" fmla="val 2400"/>
            </a:avLst>
          </a:prstGeom>
          <a:solidFill>
            <a:srgbClr val="FFFFFF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风格介绍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1691640"/>
            <a:ext cx="4846320" cy="91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8288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纯白底 × 安全橙高亮。警示感、动感，适合新闻、工业、运动、活力主题。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3749040"/>
            <a:ext cx="5212080" cy="2468880"/>
          </a:xfrm>
          <a:prstGeom prst="rect">
            <a:avLst>
              <a:gd name="adj" fmla="val 2222"/>
            </a:avLst>
          </a:prstGeom>
          <a:solidFill>
            <a:srgbClr val="F5F5F5"/>
          </a:solidFill>
          <a:ln w="6350">
            <a:solidFill>
              <a:srgbClr val="CC55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840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适合场景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2519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新闻 / 工业 / 运动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活力主题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警示 / 动感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821424"/>
            <a:ext cx="12188952" cy="18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科技风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🌌  深空科技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Tech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029200" cy="5029200"/>
          </a:xfrm>
          <a:prstGeom prst="rect">
            <a:avLst>
              <a:gd name="adj" fmla="val 1091"/>
            </a:avLst>
          </a:prstGeom>
          <a:solidFill>
            <a:srgbClr val="111534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色彩系统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4572000" cy="914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0A0E2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#0A0E27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1920240" cy="777240"/>
          </a:xfrm>
          <a:prstGeom prst="rect">
            <a:avLst>
              <a:gd name="adj" fmla="val 4706"/>
            </a:avLst>
          </a:prstGeom>
          <a:solidFill>
            <a:srgbClr val="11153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#111534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2834640"/>
            <a:ext cx="1920240" cy="777240"/>
          </a:xfrm>
          <a:prstGeom prst="rect">
            <a:avLst>
              <a:gd name="adj" fmla="val 4706"/>
            </a:avLst>
          </a:prstGeom>
          <a:solidFill>
            <a:srgbClr val="00D4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强调色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#00D4FF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7C3AE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次强调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#7C3AED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840480"/>
            <a:ext cx="1920240" cy="777240"/>
          </a:xfrm>
          <a:prstGeom prst="rect">
            <a:avLst>
              <a:gd name="adj" fmla="val 4706"/>
            </a:avLst>
          </a:prstGeom>
          <a:solidFill>
            <a:srgbClr val="8892B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灰色文字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#8892B0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188720"/>
            <a:ext cx="5212080" cy="2286000"/>
          </a:xfrm>
          <a:prstGeom prst="rect">
            <a:avLst>
              <a:gd name="adj" fmla="val 2400"/>
            </a:avLst>
          </a:prstGeom>
          <a:solidFill>
            <a:srgbClr val="0A0E27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风格介绍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1691640"/>
            <a:ext cx="4846320" cy="914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8288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深空蓝底 × 青色荧光。赛博感十足，适合科技发布会、AI 产品演示、极客分享。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3749040"/>
            <a:ext cx="5212080" cy="2468880"/>
          </a:xfrm>
          <a:prstGeom prst="rect">
            <a:avLst>
              <a:gd name="adj" fmla="val 2222"/>
            </a:avLst>
          </a:prstGeom>
          <a:solidFill>
            <a:srgbClr val="111534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840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适合场景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2519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科技发布会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产品演示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极客 / 赛博朋克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821424"/>
            <a:ext cx="12188952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风格选择指南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18288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1078992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通用分享 / 商业发布 / 不知道选啥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4173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0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🖋 墨水经典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1417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最安全，杂志感强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1078992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48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科技 / 产品发布会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1488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0" y="2148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🌊 靛蓝瓷 或 🌌 深空科技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0" y="2148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冷静专业 / 赛博感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1078992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80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数据汇报 / 工程分享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880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2880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克莱因蓝 IKB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0" y="2880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瑞士风极致简洁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1078992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611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行业观察 / 文化 / 非虚构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36118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3611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森林墨 或 🍂 牛皮纸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0" y="3611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沉稳人文气息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297680"/>
            <a:ext cx="1078992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43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 / 艺术 / 创意 / 时尚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4343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60720" y="4343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沙丘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0" y="4343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克制高级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5029200"/>
            <a:ext cx="1078992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0749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年轻品牌 / 消费品 / 潮流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50749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60720" y="5074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柠檬黄 或 🟢 柠檬绿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0" y="5074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活力鲜明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5760720"/>
            <a:ext cx="1078992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806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新闻 / 工业 / 运动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20640" y="5806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760720" y="5806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安全橙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0" y="5806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动感警示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" y="6400800"/>
            <a:ext cx="10789920" cy="4572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6492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原则：一份 deck 只用一套主题，不中途换色。不允许自定义 hex 值——从预设中挑选。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三大风格体系对比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18288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3383280" cy="5029200"/>
          </a:xfrm>
          <a:prstGeom prst="rect">
            <a:avLst>
              <a:gd name="adj" fmla="val 1622"/>
            </a:avLst>
          </a:prstGeom>
          <a:solidFill>
            <a:srgbClr val="F1EFE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🖋 杂志风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归藏灵感 · Monocle 美学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301752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603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衬线字体标题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暖色纸底 + 墨色文字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WebGL 流体背景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克制留白，信息层级分明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937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适合叙事、故事性表达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371600"/>
            <a:ext cx="3383280" cy="5029200"/>
          </a:xfrm>
          <a:prstGeom prst="rect">
            <a:avLst>
              <a:gd name="adj" fmla="val 162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🇨🇭 瑞士风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2011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Vignelli · 国际主义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377440"/>
            <a:ext cx="301752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5603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无衬线统一字体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154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纯白底 + 单一锚点色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749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极细网格 + 点阵背景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4343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直角纯色，无渐变阴影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937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适合事实、数据、分析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0" y="1371600"/>
            <a:ext cx="3383280" cy="5029200"/>
          </a:xfrm>
          <a:prstGeom prst="rect">
            <a:avLst>
              <a:gd name="adj" fmla="val 1622"/>
            </a:avLst>
          </a:prstGeom>
          <a:solidFill>
            <a:srgbClr val="0A0E2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🌌 科技风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0" y="2011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 · 未来感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0" y="2377440"/>
            <a:ext cx="301752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25603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无衬线 + 等宽字体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3154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深色底 + 荧光强调色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749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青色/紫色荧光点缀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4343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卡片叠加 + 毛玻璃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937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适合发布会、极客文化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谢谢观看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0" y="3017520"/>
            <a:ext cx="228600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Generator  ·  10 Themes  ·  3 Styles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从归藏杂志风到瑞士国际主义，再到深空科技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Academy  · 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2026-06-12T06:45:18Z</dcterms:created>
  <dcterms:modified xsi:type="dcterms:W3CDTF">2026-06-12T06:45:18Z</dcterms:modified>
</cp:coreProperties>
</file>